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46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91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837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783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729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599" autoAdjust="0"/>
  </p:normalViewPr>
  <p:slideViewPr>
    <p:cSldViewPr>
      <p:cViewPr>
        <p:scale>
          <a:sx n="90" d="100"/>
          <a:sy n="90" d="100"/>
        </p:scale>
        <p:origin x="-798" y="-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11/25/2024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11/25/2024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46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91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837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783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729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107" y="1428750"/>
            <a:ext cx="6859786" cy="2000250"/>
          </a:xfrm>
        </p:spPr>
        <p:txBody>
          <a:bodyPr>
            <a:noAutofit/>
          </a:bodyPr>
          <a:lstStyle>
            <a:lvl1pPr>
              <a:defRPr sz="41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188982" y="3543300"/>
            <a:ext cx="6475638" cy="48006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107" y="3829050"/>
            <a:ext cx="6859786" cy="800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142108" y="1135856"/>
            <a:ext cx="7929246" cy="48006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11535">
              <a:defRPr/>
            </a:lvl2pPr>
            <a:lvl3pPr marL="583008">
              <a:defRPr/>
            </a:lvl3pPr>
            <a:lvl4pPr marL="754481">
              <a:defRPr/>
            </a:lvl4pPr>
            <a:lvl5pPr marL="925953">
              <a:defRPr/>
            </a:lvl5pPr>
            <a:lvl6pPr marL="1097426">
              <a:defRPr baseline="0"/>
            </a:lvl6pPr>
            <a:lvl7pPr marL="1268899">
              <a:defRPr baseline="0"/>
            </a:lvl7pPr>
            <a:lvl8pPr marL="1440372">
              <a:defRPr baseline="0"/>
            </a:lvl8pPr>
            <a:lvl9pPr marL="1611845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7" y="1428750"/>
            <a:ext cx="6859786" cy="2000250"/>
          </a:xfrm>
        </p:spPr>
        <p:txBody>
          <a:bodyPr anchor="b">
            <a:noAutofit/>
          </a:bodyPr>
          <a:lstStyle>
            <a:lvl1pPr algn="l">
              <a:defRPr sz="33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188982" y="3543300"/>
            <a:ext cx="6475638" cy="48006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7" y="3826894"/>
            <a:ext cx="6859786" cy="802256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83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78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72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67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6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56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142108" y="1135856"/>
            <a:ext cx="7929246" cy="48006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107" y="1428750"/>
            <a:ext cx="3315563" cy="3200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 marL="1467808">
              <a:defRPr sz="1200"/>
            </a:lvl6pPr>
            <a:lvl7pPr marL="1467808">
              <a:defRPr sz="1200" baseline="0"/>
            </a:lvl7pPr>
            <a:lvl8pPr marL="1467808">
              <a:defRPr sz="1200" baseline="0"/>
            </a:lvl8pPr>
            <a:lvl9pPr marL="1467808"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32" y="1428750"/>
            <a:ext cx="3315562" cy="3200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 marL="1467808">
              <a:defRPr sz="1200"/>
            </a:lvl6pPr>
            <a:lvl7pPr marL="1467808">
              <a:defRPr sz="1200"/>
            </a:lvl7pPr>
            <a:lvl8pPr marL="1467808">
              <a:defRPr sz="1200" baseline="0"/>
            </a:lvl8pPr>
            <a:lvl9pPr marL="1467808"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142108" y="1135856"/>
            <a:ext cx="7929246" cy="48006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7" y="1428750"/>
            <a:ext cx="3313277" cy="5715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0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107" y="2114550"/>
            <a:ext cx="3313277" cy="251460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 marL="1467808">
              <a:defRPr sz="1200"/>
            </a:lvl6pPr>
            <a:lvl7pPr marL="1467808">
              <a:defRPr sz="1200" baseline="0"/>
            </a:lvl7pPr>
            <a:lvl8pPr marL="1467808">
              <a:defRPr sz="1200" baseline="0"/>
            </a:lvl8pPr>
            <a:lvl9pPr marL="1467808"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8616" y="1428750"/>
            <a:ext cx="3313277" cy="5715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0"/>
            </a:lvl1pPr>
            <a:lvl2pPr marL="342946" indent="0">
              <a:buNone/>
              <a:defRPr sz="1500" b="1"/>
            </a:lvl2pPr>
            <a:lvl3pPr marL="685891" indent="0">
              <a:buNone/>
              <a:defRPr sz="1400" b="1"/>
            </a:lvl3pPr>
            <a:lvl4pPr marL="1028837" indent="0">
              <a:buNone/>
              <a:defRPr sz="1200" b="1"/>
            </a:lvl4pPr>
            <a:lvl5pPr marL="1371783" indent="0">
              <a:buNone/>
              <a:defRPr sz="1200" b="1"/>
            </a:lvl5pPr>
            <a:lvl6pPr marL="1714729" indent="0">
              <a:buNone/>
              <a:defRPr sz="1200" b="1"/>
            </a:lvl6pPr>
            <a:lvl7pPr marL="2057674" indent="0">
              <a:buNone/>
              <a:defRPr sz="1200" b="1"/>
            </a:lvl7pPr>
            <a:lvl8pPr marL="2400620" indent="0">
              <a:buNone/>
              <a:defRPr sz="1200" b="1"/>
            </a:lvl8pPr>
            <a:lvl9pPr marL="274356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8616" y="2114550"/>
            <a:ext cx="3313277" cy="251460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 marL="1467808">
              <a:defRPr sz="1200"/>
            </a:lvl5pPr>
            <a:lvl6pPr marL="1467808">
              <a:defRPr sz="1200"/>
            </a:lvl6pPr>
            <a:lvl7pPr marL="1467808">
              <a:defRPr sz="1200"/>
            </a:lvl7pPr>
            <a:lvl8pPr marL="1467808">
              <a:defRPr sz="1200"/>
            </a:lvl8pPr>
            <a:lvl9pPr marL="1467808"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142108" y="1135856"/>
            <a:ext cx="7929246" cy="48006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107" y="2571750"/>
            <a:ext cx="2057936" cy="2057400"/>
          </a:xfrm>
        </p:spPr>
        <p:txBody>
          <a:bodyPr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3436" y="1428750"/>
            <a:ext cx="4253068" cy="30289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 baseline="0"/>
            </a:lvl7pPr>
            <a:lvl8pPr>
              <a:defRPr sz="1200" baseline="0"/>
            </a:lvl8pPr>
            <a:lvl9pPr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3314242" y="1223116"/>
            <a:ext cx="4719500" cy="3431914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09719" y="1413233"/>
            <a:ext cx="4253068" cy="3031236"/>
          </a:xfrm>
          <a:solidFill>
            <a:schemeClr val="bg1"/>
          </a:solidFill>
        </p:spPr>
        <p:txBody>
          <a:bodyPr tIns="685891">
            <a:normAutofit/>
          </a:bodyPr>
          <a:lstStyle>
            <a:lvl1pPr marL="0" indent="0" algn="ctr">
              <a:buNone/>
              <a:defRPr sz="1800"/>
            </a:lvl1pPr>
            <a:lvl2pPr marL="342946" indent="0">
              <a:buNone/>
              <a:defRPr sz="2100"/>
            </a:lvl2pPr>
            <a:lvl3pPr marL="685891" indent="0">
              <a:buNone/>
              <a:defRPr sz="1800"/>
            </a:lvl3pPr>
            <a:lvl4pPr marL="1028837" indent="0">
              <a:buNone/>
              <a:defRPr sz="1500"/>
            </a:lvl4pPr>
            <a:lvl5pPr marL="1371783" indent="0">
              <a:buNone/>
              <a:defRPr sz="1500"/>
            </a:lvl5pPr>
            <a:lvl6pPr marL="1714729" indent="0">
              <a:buNone/>
              <a:defRPr sz="1500"/>
            </a:lvl6pPr>
            <a:lvl7pPr marL="2057674" indent="0">
              <a:buNone/>
              <a:defRPr sz="1500"/>
            </a:lvl7pPr>
            <a:lvl8pPr marL="2400620" indent="0">
              <a:buNone/>
              <a:defRPr sz="1500"/>
            </a:lvl8pPr>
            <a:lvl9pPr marL="2743566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085908" y="1223116"/>
            <a:ext cx="4719500" cy="3431914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1014" y="2558811"/>
            <a:ext cx="2057936" cy="2057400"/>
          </a:xfrm>
        </p:spPr>
        <p:txBody>
          <a:bodyPr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46" indent="0">
              <a:buNone/>
              <a:defRPr sz="900"/>
            </a:lvl2pPr>
            <a:lvl3pPr marL="685891" indent="0">
              <a:buNone/>
              <a:defRPr sz="800"/>
            </a:lvl3pPr>
            <a:lvl4pPr marL="1028837" indent="0">
              <a:buNone/>
              <a:defRPr sz="700"/>
            </a:lvl4pPr>
            <a:lvl5pPr marL="1371783" indent="0">
              <a:buNone/>
              <a:defRPr sz="700"/>
            </a:lvl5pPr>
            <a:lvl6pPr marL="1714729" indent="0">
              <a:buNone/>
              <a:defRPr sz="700"/>
            </a:lvl6pPr>
            <a:lvl7pPr marL="2057674" indent="0">
              <a:buNone/>
              <a:defRPr sz="700"/>
            </a:lvl7pPr>
            <a:lvl8pPr marL="2400620" indent="0">
              <a:buNone/>
              <a:defRPr sz="700"/>
            </a:lvl8pPr>
            <a:lvl9pPr marL="274356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142108" y="1135856"/>
            <a:ext cx="7929246" cy="48006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467808">
              <a:defRPr/>
            </a:lvl6pPr>
            <a:lvl7pPr marL="1467808">
              <a:defRPr/>
            </a:lvl7pPr>
            <a:lvl8pPr marL="1467808">
              <a:defRPr/>
            </a:lvl8pPr>
            <a:lvl9pPr marL="1467808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73233" y="205980"/>
            <a:ext cx="1028968" cy="44263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5150284" y="2604442"/>
            <a:ext cx="4869180" cy="48019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56128" y="208360"/>
            <a:ext cx="6859787" cy="4423930"/>
          </a:xfrm>
        </p:spPr>
        <p:txBody>
          <a:bodyPr vert="eaVert"/>
          <a:lstStyle>
            <a:lvl5pPr>
              <a:defRPr/>
            </a:lvl5pPr>
            <a:lvl6pPr marL="946530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2108" y="205978"/>
            <a:ext cx="6859785" cy="765572"/>
          </a:xfrm>
          <a:prstGeom prst="rect">
            <a:avLst/>
          </a:prstGeom>
        </p:spPr>
        <p:txBody>
          <a:bodyPr vert="horz" lIns="68589" tIns="34295" rIns="68589" bIns="34295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8" y="1428750"/>
            <a:ext cx="6859786" cy="3200400"/>
          </a:xfrm>
          <a:prstGeom prst="rect">
            <a:avLst/>
          </a:prstGeom>
        </p:spPr>
        <p:txBody>
          <a:bodyPr vert="horz" lIns="68589" tIns="34295" rIns="68589" bIns="3429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2107" y="4800601"/>
            <a:ext cx="4744685" cy="207170"/>
          </a:xfrm>
          <a:prstGeom prst="rect">
            <a:avLst/>
          </a:prstGeom>
        </p:spPr>
        <p:txBody>
          <a:bodyPr vert="horz" lIns="68589" tIns="34295" rIns="68589" bIns="3429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58287" y="4800601"/>
            <a:ext cx="933137" cy="207170"/>
          </a:xfrm>
          <a:prstGeom prst="rect">
            <a:avLst/>
          </a:prstGeom>
        </p:spPr>
        <p:txBody>
          <a:bodyPr vert="horz" lIns="68589" tIns="34295" rIns="68589" bIns="3429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11/25/2024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44419" y="4800601"/>
            <a:ext cx="857475" cy="207170"/>
          </a:xfrm>
          <a:prstGeom prst="rect">
            <a:avLst/>
          </a:prstGeom>
        </p:spPr>
        <p:txBody>
          <a:bodyPr vert="horz" lIns="68589" tIns="34295" rIns="68589" bIns="3429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91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67" indent="-205767" algn="l" defTabSz="685891" rtl="0" eaLnBrk="1" latinLnBrk="0" hangingPunct="1">
        <a:lnSpc>
          <a:spcPct val="90000"/>
        </a:lnSpc>
        <a:spcBef>
          <a:spcPts val="135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2112" indent="-205767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Consolas" pitchFamily="49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03584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75057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Consolas" pitchFamily="49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46530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Arial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118003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Consolas" pitchFamily="49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289476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Arial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0949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Consolas" pitchFamily="49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632422" indent="-171473" algn="l" defTabSz="685891" rtl="0" eaLnBrk="1" latinLnBrk="0" hangingPunct="1">
        <a:lnSpc>
          <a:spcPct val="90000"/>
        </a:lnSpc>
        <a:spcBef>
          <a:spcPts val="450"/>
        </a:spcBef>
        <a:buSzPct val="100000"/>
        <a:buFont typeface="Arial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46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91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37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83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729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74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620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566" algn="l" defTabSz="6858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6B19C"/>
            </a:gs>
            <a:gs pos="25000">
              <a:srgbClr val="D49E6C"/>
            </a:gs>
            <a:gs pos="67000">
              <a:srgbClr val="A65528">
                <a:lumMod val="14000"/>
              </a:srgbClr>
            </a:gs>
            <a:gs pos="100000">
              <a:srgbClr val="66301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</a:t>
            </a:r>
            <a:r>
              <a:rPr lang="en-US" dirty="0" smtClean="0"/>
              <a:t>of </a:t>
            </a:r>
            <a:r>
              <a:rPr lang="en-US" dirty="0"/>
              <a:t>Mini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107" y="3829050"/>
            <a:ext cx="6859786" cy="1172970"/>
          </a:xfrm>
        </p:spPr>
        <p:txBody>
          <a:bodyPr>
            <a:normAutofit fontScale="47500" lnSpcReduction="20000"/>
          </a:bodyPr>
          <a:lstStyle/>
          <a:p>
            <a:pPr algn="ctr">
              <a:lnSpc>
                <a:spcPct val="113000"/>
              </a:lnSpc>
              <a:spcAft>
                <a:spcPts val="750"/>
              </a:spcAft>
            </a:pPr>
            <a:r>
              <a:rPr lang="en-US" b="1" u="sng" dirty="0">
                <a:latin typeface="Arial Black" panose="020B0A04020102020204" pitchFamily="34" charset="0"/>
              </a:rPr>
              <a:t>Presented by :</a:t>
            </a:r>
          </a:p>
          <a:p>
            <a:pPr algn="ctr">
              <a:lnSpc>
                <a:spcPct val="113000"/>
              </a:lnSpc>
              <a:spcAft>
                <a:spcPts val="750"/>
              </a:spcAft>
            </a:pP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3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Chandrakant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Singh  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(2302161520024)</a:t>
            </a:r>
          </a:p>
          <a:p>
            <a:pPr>
              <a:lnSpc>
                <a:spcPct val="113000"/>
              </a:lnSpc>
              <a:spcAft>
                <a:spcPts val="750"/>
              </a:spcAft>
            </a:pP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Harshit </a:t>
            </a:r>
            <a:r>
              <a:rPr lang="en-US" sz="2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Maurya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2302161520031)</a:t>
            </a:r>
          </a:p>
          <a:p>
            <a:pPr>
              <a:lnSpc>
                <a:spcPct val="113000"/>
              </a:lnSpc>
              <a:spcAft>
                <a:spcPts val="750"/>
              </a:spcAft>
            </a:pP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 Harsh </a:t>
            </a:r>
            <a:r>
              <a:rPr lang="en-US" sz="23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Lathwal</a:t>
            </a:r>
            <a:r>
              <a:rPr 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(2302161520030</a:t>
            </a:r>
            <a:r>
              <a:rPr lang="en-US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3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CE33273-E55A-D029-4BBC-EBED2D5D1641}"/>
              </a:ext>
            </a:extLst>
          </p:cNvPr>
          <p:cNvSpPr txBox="1"/>
          <p:nvPr/>
        </p:nvSpPr>
        <p:spPr>
          <a:xfrm>
            <a:off x="7002903" y="4563569"/>
            <a:ext cx="2357178" cy="526298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Guided By 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Ms. Neha Sharma Ma’am</a:t>
            </a:r>
          </a:p>
        </p:txBody>
      </p:sp>
      <p:pic>
        <p:nvPicPr>
          <p:cNvPr id="7" name="Graphic 6" descr="Projector">
            <a:extLst>
              <a:ext uri="{FF2B5EF4-FFF2-40B4-BE49-F238E27FC236}">
                <a16:creationId xmlns="" xmlns:a16="http://schemas.microsoft.com/office/drawing/2014/main" id="{5C1D12AC-774A-0A9D-B17F-FBD36A5BD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031" y="1491630"/>
            <a:ext cx="685979" cy="685800"/>
          </a:xfrm>
          <a:prstGeom prst="rect">
            <a:avLst/>
          </a:prstGeom>
        </p:spPr>
      </p:pic>
      <p:pic>
        <p:nvPicPr>
          <p:cNvPr id="9" name="Graphic 8" descr="Laptop">
            <a:extLst>
              <a:ext uri="{FF2B5EF4-FFF2-40B4-BE49-F238E27FC236}">
                <a16:creationId xmlns="" xmlns:a16="http://schemas.microsoft.com/office/drawing/2014/main" id="{E4789131-0DB1-9AE7-0DEC-D0F74F23C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6020" y="1834158"/>
            <a:ext cx="68597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34000">
              <a:srgbClr val="D4DEFF"/>
            </a:gs>
            <a:gs pos="89000">
              <a:srgbClr val="D4DEFF">
                <a:alpha val="0"/>
                <a:lumMod val="85000"/>
              </a:srgbClr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EBEB10F-911D-D351-5AA2-EE8715671F49}"/>
              </a:ext>
            </a:extLst>
          </p:cNvPr>
          <p:cNvSpPr txBox="1"/>
          <p:nvPr/>
        </p:nvSpPr>
        <p:spPr>
          <a:xfrm>
            <a:off x="1979037" y="627534"/>
            <a:ext cx="5531031" cy="650948"/>
          </a:xfrm>
          <a:prstGeom prst="rect">
            <a:avLst/>
          </a:prstGeom>
          <a:noFill/>
        </p:spPr>
        <p:txBody>
          <a:bodyPr wrap="none" lIns="68589" tIns="34295" rIns="68589" bIns="34295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latin typeface="Arial Black" panose="020B0A04020102020204" pitchFamily="34" charset="0"/>
              </a:rPr>
              <a:t>NEWS Website </a:t>
            </a:r>
            <a:r>
              <a:rPr lang="en-US" sz="2700" dirty="0"/>
              <a:t>: The </a:t>
            </a:r>
            <a:r>
              <a:rPr lang="en-US" sz="2700" dirty="0" err="1"/>
              <a:t>GenZ</a:t>
            </a:r>
            <a:r>
              <a:rPr lang="en-US" sz="2700" dirty="0"/>
              <a:t>  Times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                                          </a:t>
            </a:r>
            <a:r>
              <a:rPr 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SemiBold Condensed" panose="020B0502040204020203" pitchFamily="34" charset="0"/>
              </a:rPr>
              <a:t>Empowering youth through NEWS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6A088DC-A7C0-BDD9-4785-3630604EB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217" y="1864519"/>
            <a:ext cx="4213565" cy="1571327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5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501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tx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387085"/>
            <a:ext cx="8928992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         </a:t>
            </a:r>
            <a:r>
              <a:rPr lang="en-US" sz="2400" b="1" u="sng" dirty="0" smtClean="0">
                <a:solidFill>
                  <a:schemeClr val="bg1"/>
                </a:solidFill>
                <a:latin typeface="Arial Black" pitchFamily="34" charset="0"/>
              </a:rPr>
              <a:t>Introduction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itchFamily="2" charset="2"/>
              <a:buChar char="ü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itchFamily="2" charset="2"/>
              <a:buChar char="ü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b="1" dirty="0" smtClean="0">
                <a:solidFill>
                  <a:schemeClr val="bg1"/>
                </a:solidFill>
              </a:rPr>
              <a:t>Problem </a:t>
            </a:r>
            <a:r>
              <a:rPr lang="en-US" sz="2400" b="1" dirty="0">
                <a:solidFill>
                  <a:schemeClr val="bg1"/>
                </a:solidFill>
              </a:rPr>
              <a:t>statement -</a:t>
            </a:r>
            <a:r>
              <a:rPr lang="en-US" sz="2400" dirty="0">
                <a:solidFill>
                  <a:schemeClr val="bg1"/>
                </a:solidFill>
              </a:rPr>
              <a:t> News Website for the present </a:t>
            </a:r>
            <a:r>
              <a:rPr lang="en-US" sz="2400" dirty="0" smtClean="0">
                <a:solidFill>
                  <a:schemeClr val="bg1"/>
                </a:solidFill>
              </a:rPr>
              <a:t>generation who </a:t>
            </a:r>
            <a:r>
              <a:rPr lang="en-US" sz="2400" dirty="0">
                <a:solidFill>
                  <a:schemeClr val="bg1"/>
                </a:solidFill>
              </a:rPr>
              <a:t>can </a:t>
            </a:r>
            <a:r>
              <a:rPr lang="en-US" sz="2400" dirty="0" smtClean="0">
                <a:solidFill>
                  <a:schemeClr val="bg1"/>
                </a:solidFill>
              </a:rPr>
              <a:t>read </a:t>
            </a:r>
            <a:r>
              <a:rPr lang="en-US" sz="2400" dirty="0">
                <a:solidFill>
                  <a:schemeClr val="bg1"/>
                </a:solidFill>
              </a:rPr>
              <a:t>news on a particular topic with a wide range of </a:t>
            </a:r>
            <a:r>
              <a:rPr lang="en-US" sz="2400" dirty="0" smtClean="0">
                <a:solidFill>
                  <a:schemeClr val="bg1"/>
                </a:solidFill>
              </a:rPr>
              <a:t>thought </a:t>
            </a:r>
            <a:r>
              <a:rPr lang="en-US" sz="2400" dirty="0">
                <a:solidFill>
                  <a:schemeClr val="bg1"/>
                </a:solidFill>
              </a:rPr>
              <a:t>view from different news </a:t>
            </a:r>
            <a:r>
              <a:rPr lang="en-US" sz="2400" dirty="0" err="1" smtClean="0">
                <a:solidFill>
                  <a:schemeClr val="bg1"/>
                </a:solidFill>
              </a:rPr>
              <a:t>portals.Most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traditional news websites we get news according to </a:t>
            </a:r>
            <a:r>
              <a:rPr lang="en-US" sz="2400" dirty="0" smtClean="0">
                <a:solidFill>
                  <a:schemeClr val="bg1"/>
                </a:solidFill>
              </a:rPr>
              <a:t>a specific </a:t>
            </a:r>
            <a:r>
              <a:rPr lang="en-US" sz="2400" dirty="0">
                <a:solidFill>
                  <a:schemeClr val="bg1"/>
                </a:solidFill>
              </a:rPr>
              <a:t>niche and according to a specific topic and </a:t>
            </a:r>
            <a:r>
              <a:rPr lang="en-US" sz="2400" dirty="0" smtClean="0">
                <a:solidFill>
                  <a:schemeClr val="bg1"/>
                </a:solidFill>
              </a:rPr>
              <a:t>also every </a:t>
            </a:r>
            <a:r>
              <a:rPr lang="en-US" sz="2400" dirty="0">
                <a:solidFill>
                  <a:schemeClr val="bg1"/>
                </a:solidFill>
              </a:rPr>
              <a:t>website doesn't provide each and every news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</a:rPr>
              <a:t>Motivation for project- </a:t>
            </a:r>
            <a:r>
              <a:rPr lang="en-US" sz="2400" dirty="0" smtClean="0">
                <a:solidFill>
                  <a:schemeClr val="bg1"/>
                </a:solidFill>
              </a:rPr>
              <a:t>To </a:t>
            </a:r>
            <a:r>
              <a:rPr lang="en-US" sz="2400" dirty="0">
                <a:solidFill>
                  <a:schemeClr val="bg1"/>
                </a:solidFill>
              </a:rPr>
              <a:t>provide every news in </a:t>
            </a:r>
            <a:r>
              <a:rPr lang="en-US" sz="2400" dirty="0" smtClean="0">
                <a:solidFill>
                  <a:schemeClr val="bg1"/>
                </a:solidFill>
              </a:rPr>
              <a:t>the whole </a:t>
            </a:r>
            <a:r>
              <a:rPr lang="en-US" sz="2400" dirty="0">
                <a:solidFill>
                  <a:schemeClr val="bg1"/>
                </a:solidFill>
              </a:rPr>
              <a:t>world about every topic just a click </a:t>
            </a:r>
            <a:r>
              <a:rPr lang="en-US" sz="2400" dirty="0" smtClean="0">
                <a:solidFill>
                  <a:schemeClr val="bg1"/>
                </a:solidFill>
              </a:rPr>
              <a:t>away.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57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tx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5568" y="0"/>
            <a:ext cx="4491142" cy="49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018"/>
              </a:lnSpc>
            </a:pPr>
            <a:r>
              <a:rPr lang="en-US" sz="2800" u="sng" dirty="0" smtClean="0">
                <a:solidFill>
                  <a:schemeClr val="bg1"/>
                </a:solidFill>
                <a:latin typeface="Arial Black" pitchFamily="34" charset="0"/>
              </a:rPr>
              <a:t>Objective</a:t>
            </a:r>
            <a:endParaRPr lang="en-US" sz="2800" u="sng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03648" y="675772"/>
            <a:ext cx="6408712" cy="2760074"/>
          </a:xfrm>
          <a:prstGeom prst="roundRect">
            <a:avLst>
              <a:gd name="adj" fmla="val 308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86954" y="709594"/>
            <a:ext cx="2488369" cy="498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09"/>
              </a:lnSpc>
            </a:pPr>
            <a:r>
              <a:rPr lang="en-US" sz="1800" b="1" kern="0" spc="-40" dirty="0" smtClean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</a:rPr>
              <a:t>Providing better experience</a:t>
            </a:r>
            <a:endParaRPr lang="en-US" sz="1800" b="1" dirty="0"/>
          </a:p>
        </p:txBody>
      </p:sp>
      <p:sp>
        <p:nvSpPr>
          <p:cNvPr id="5" name="Text 3"/>
          <p:cNvSpPr/>
          <p:nvPr/>
        </p:nvSpPr>
        <p:spPr>
          <a:xfrm>
            <a:off x="2221308" y="1308326"/>
            <a:ext cx="4773391" cy="135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37"/>
              </a:lnSpc>
            </a:pP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primary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objective of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project is to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provide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news from every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corner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 the world to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each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and every on in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just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 search not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like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our old websites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were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cant find news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particular topic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and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had to rely on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multiple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websites to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find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we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want. Our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project can be </a:t>
            </a:r>
            <a:r>
              <a:rPr lang="en-US" kern="0" spc="-35" dirty="0" smtClean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 changing </a:t>
            </a:r>
            <a:r>
              <a:rPr lang="en-US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point of this old system.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79512" y="3700107"/>
            <a:ext cx="8784976" cy="1296145"/>
          </a:xfrm>
          <a:prstGeom prst="roundRect">
            <a:avLst>
              <a:gd name="adj" fmla="val 308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4158" y="3713824"/>
            <a:ext cx="2488369" cy="498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09"/>
              </a:lnSpc>
            </a:pPr>
            <a:r>
              <a:rPr lang="en-US" sz="1800" b="1" kern="0" spc="-4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Showcase Technical Expertise</a:t>
            </a:r>
            <a:endParaRPr lang="en-US" sz="1800" b="1" dirty="0"/>
          </a:p>
        </p:txBody>
      </p:sp>
      <p:sp>
        <p:nvSpPr>
          <p:cNvPr id="8" name="Text 6"/>
          <p:cNvSpPr/>
          <p:nvPr/>
        </p:nvSpPr>
        <p:spPr>
          <a:xfrm>
            <a:off x="591114" y="4318434"/>
            <a:ext cx="7961771" cy="67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37"/>
              </a:lnSpc>
            </a:pPr>
            <a:r>
              <a:rPr lang="en-US" dirty="0">
                <a:solidFill>
                  <a:schemeClr val="bg1"/>
                </a:solidFill>
              </a:rPr>
              <a:t>To develop a </a:t>
            </a:r>
            <a:r>
              <a:rPr lang="en-US" b="1" dirty="0">
                <a:solidFill>
                  <a:schemeClr val="bg1"/>
                </a:solidFill>
              </a:rPr>
              <a:t>news website</a:t>
            </a:r>
            <a:r>
              <a:rPr lang="en-US" dirty="0">
                <a:solidFill>
                  <a:schemeClr val="bg1"/>
                </a:solidFill>
              </a:rPr>
              <a:t> that fetches and displays real-time news updates from external APIs, providing users with categorized and personalized news content in an organized and user-friendly interface.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xmlns="" id="{002EBFBC-92CC-2AA9-0680-888E84AE6C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5065" y="2663962"/>
            <a:ext cx="525832" cy="52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49489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2985403" y="143589"/>
            <a:ext cx="3024336" cy="522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06"/>
              </a:lnSpc>
            </a:pPr>
            <a:r>
              <a:rPr lang="en-US" sz="2400" u="sng" kern="0" spc="-66" dirty="0">
                <a:solidFill>
                  <a:schemeClr val="bg1"/>
                </a:solidFill>
                <a:latin typeface="Arial Black" pitchFamily="34" charset="0"/>
                <a:ea typeface="Source Serif Pro Semi Bold" pitchFamily="34" charset="-122"/>
                <a:cs typeface="Source Serif Pro Semi Bold" pitchFamily="34" charset="-120"/>
              </a:rPr>
              <a:t>Literature Review</a:t>
            </a:r>
            <a:endParaRPr lang="en-US" sz="2400" u="sng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53" y="1065609"/>
            <a:ext cx="444101" cy="444102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53769" y="1518394"/>
            <a:ext cx="2585412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3"/>
              </a:lnSpc>
            </a:pPr>
            <a:r>
              <a:rPr lang="en-US" sz="1600" kern="0" spc="-33" dirty="0">
                <a:solidFill>
                  <a:srgbClr val="272525"/>
                </a:solidFill>
                <a:latin typeface="Segoe UI Black" pitchFamily="34" charset="0"/>
                <a:ea typeface="Segoe UI Black" pitchFamily="34" charset="0"/>
                <a:cs typeface="Source Serif Pro Semi Bold" pitchFamily="34" charset="-120"/>
              </a:rPr>
              <a:t>Understand the Competition</a:t>
            </a:r>
            <a:endParaRPr lang="en-US" sz="1600" dirty="0"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316053" y="1779662"/>
            <a:ext cx="8827947" cy="56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35"/>
              </a:lnSpc>
            </a:pPr>
            <a:r>
              <a:rPr lang="en-US" sz="1600" dirty="0">
                <a:solidFill>
                  <a:schemeClr val="bg1"/>
                </a:solidFill>
              </a:rPr>
              <a:t>With the growing reliance on digital platforms for news consumption, it is crucial to have a centralized platform providing real-time updates. APIs offer an efficient way to retrieve up-to-date information from multiple sources. This project aims to create a responsive and visually appealing website that aggregates and displays real-time news through API integration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35" y="3442872"/>
            <a:ext cx="444101" cy="444102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316053" y="3886974"/>
            <a:ext cx="2090035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3"/>
              </a:lnSpc>
            </a:pPr>
            <a:r>
              <a:rPr lang="en-US" sz="1600" kern="0" spc="-33" dirty="0">
                <a:solidFill>
                  <a:srgbClr val="272525"/>
                </a:solidFill>
                <a:latin typeface="Segoe UI Black" pitchFamily="34" charset="0"/>
                <a:ea typeface="Segoe UI Black" pitchFamily="34" charset="0"/>
                <a:cs typeface="Source Serif Pro Semi Bold" pitchFamily="34" charset="-120"/>
              </a:rPr>
              <a:t>Prioritize Usability</a:t>
            </a:r>
            <a:endParaRPr lang="en-US" sz="1600" dirty="0"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353769" y="4148242"/>
            <a:ext cx="8538711" cy="56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35"/>
              </a:lnSpc>
            </a:pPr>
            <a:r>
              <a:rPr lang="en-US" sz="1600" dirty="0">
                <a:solidFill>
                  <a:schemeClr val="bg1"/>
                </a:solidFill>
              </a:rPr>
              <a:t>Existing platforms like Google News and </a:t>
            </a:r>
            <a:r>
              <a:rPr lang="en-US" sz="1600" dirty="0" err="1">
                <a:solidFill>
                  <a:schemeClr val="bg1"/>
                </a:solidFill>
              </a:rPr>
              <a:t>Flipboard</a:t>
            </a:r>
            <a:r>
              <a:rPr lang="en-US" sz="1600" dirty="0">
                <a:solidFill>
                  <a:schemeClr val="bg1"/>
                </a:solidFill>
              </a:rPr>
              <a:t> highlight the importance of categorized and personalized news delivery. This project draws inspiration to deliver a lightweight yet powerful solution for web users.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2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2985403" y="143589"/>
            <a:ext cx="3024336" cy="522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06"/>
              </a:lnSpc>
            </a:pPr>
            <a:r>
              <a:rPr lang="en-US" sz="2400" u="sng" kern="0" spc="-66" dirty="0">
                <a:solidFill>
                  <a:schemeClr val="bg1"/>
                </a:solidFill>
                <a:latin typeface="Arial Black" pitchFamily="34" charset="0"/>
                <a:ea typeface="Source Serif Pro Semi Bold" pitchFamily="34" charset="-122"/>
                <a:cs typeface="Source Serif Pro Semi Bold" pitchFamily="34" charset="-120"/>
              </a:rPr>
              <a:t>Literature Review</a:t>
            </a:r>
            <a:endParaRPr lang="en-US" sz="2400" u="sng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53" y="1065609"/>
            <a:ext cx="444101" cy="444102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53769" y="1518394"/>
            <a:ext cx="2585412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3"/>
              </a:lnSpc>
            </a:pPr>
            <a:r>
              <a:rPr lang="en-US" sz="1600" kern="0" spc="-33" dirty="0">
                <a:solidFill>
                  <a:srgbClr val="272525"/>
                </a:solidFill>
                <a:latin typeface="Segoe UI Black" pitchFamily="34" charset="0"/>
                <a:ea typeface="Segoe UI Black" pitchFamily="34" charset="0"/>
                <a:cs typeface="Source Serif Pro Semi Bold" pitchFamily="34" charset="-120"/>
              </a:rPr>
              <a:t>Understand the Competition</a:t>
            </a:r>
            <a:endParaRPr lang="en-US" sz="1600" dirty="0"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316053" y="1779662"/>
            <a:ext cx="8827947" cy="56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35"/>
              </a:lnSpc>
            </a:pPr>
            <a:r>
              <a:rPr lang="en-US" sz="1600" dirty="0">
                <a:solidFill>
                  <a:schemeClr val="bg1"/>
                </a:solidFill>
              </a:rPr>
              <a:t>With the growing reliance on digital platforms for news consumption, it is crucial to have a centralized platform providing real-time updates. APIs offer an efficient way to retrieve up-to-date information from multiple sources. This project aims to create a responsive and visually appealing website that aggregates and displays real-time news through API integration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35" y="3442872"/>
            <a:ext cx="444101" cy="444102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316053" y="3886974"/>
            <a:ext cx="2090035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3"/>
              </a:lnSpc>
            </a:pPr>
            <a:r>
              <a:rPr lang="en-US" sz="1600" kern="0" spc="-33" dirty="0">
                <a:solidFill>
                  <a:srgbClr val="272525"/>
                </a:solidFill>
                <a:latin typeface="Segoe UI Black" pitchFamily="34" charset="0"/>
                <a:ea typeface="Segoe UI Black" pitchFamily="34" charset="0"/>
                <a:cs typeface="Source Serif Pro Semi Bold" pitchFamily="34" charset="-120"/>
              </a:rPr>
              <a:t>Prioritize Usability</a:t>
            </a:r>
            <a:endParaRPr lang="en-US" sz="1600" dirty="0">
              <a:latin typeface="Segoe UI Black" pitchFamily="34" charset="0"/>
              <a:ea typeface="Segoe UI Black" pitchFamily="34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353769" y="4148242"/>
            <a:ext cx="8538711" cy="56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35"/>
              </a:lnSpc>
            </a:pPr>
            <a:r>
              <a:rPr lang="en-US" sz="1600" dirty="0">
                <a:solidFill>
                  <a:schemeClr val="bg1"/>
                </a:solidFill>
              </a:rPr>
              <a:t>Existing platforms like Google News and </a:t>
            </a:r>
            <a:r>
              <a:rPr lang="en-US" sz="1600" dirty="0" err="1">
                <a:solidFill>
                  <a:schemeClr val="bg1"/>
                </a:solidFill>
              </a:rPr>
              <a:t>Flipboard</a:t>
            </a:r>
            <a:r>
              <a:rPr lang="en-US" sz="1600" dirty="0">
                <a:solidFill>
                  <a:schemeClr val="bg1"/>
                </a:solidFill>
              </a:rPr>
              <a:t> highlight the importance of categorized and personalized news delivery. This project draws inspiration to deliver a lightweight yet powerful solution for web users.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72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421</Words>
  <Application>Microsoft Office PowerPoint</Application>
  <PresentationFormat>On-screen Show (16:9)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Chalkboard 16x9</vt:lpstr>
      <vt:lpstr>Presentation of Mini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Mini Project</dc:title>
  <dc:creator>Zeeshan Ansari</dc:creator>
  <cp:lastModifiedBy>admin</cp:lastModifiedBy>
  <cp:revision>7</cp:revision>
  <dcterms:created xsi:type="dcterms:W3CDTF">2024-11-16T16:32:28Z</dcterms:created>
  <dcterms:modified xsi:type="dcterms:W3CDTF">2024-11-25T12:48:07Z</dcterms:modified>
</cp:coreProperties>
</file>